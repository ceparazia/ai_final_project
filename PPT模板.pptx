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9ED"/>
    <a:srgbClr val="2D4C7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045" autoAdjust="0"/>
  </p:normalViewPr>
  <p:slideViewPr>
    <p:cSldViewPr snapToGrid="0" showGuides="1">
      <p:cViewPr varScale="1">
        <p:scale>
          <a:sx n="66" d="100"/>
          <a:sy n="66" d="100"/>
        </p:scale>
        <p:origin x="410" y="4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7441-9E42-9FD4-D8FF-0BFA199A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CF846A7-39DC-3D38-23DE-8A54A85C8EA3}"/>
              </a:ext>
            </a:extLst>
          </p:cNvPr>
          <p:cNvSpPr/>
          <p:nvPr/>
        </p:nvSpPr>
        <p:spPr>
          <a:xfrm>
            <a:off x="-1" y="0"/>
            <a:ext cx="12192001" cy="685738"/>
          </a:xfrm>
          <a:prstGeom prst="rect">
            <a:avLst/>
          </a:prstGeom>
          <a:solidFill>
            <a:srgbClr val="2D4C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12" descr="logo">
            <a:extLst>
              <a:ext uri="{FF2B5EF4-FFF2-40B4-BE49-F238E27FC236}">
                <a16:creationId xmlns:a16="http://schemas.microsoft.com/office/drawing/2014/main" id="{A23991F6-B6F9-F5AF-1166-3BDC3AE2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98" y="101911"/>
            <a:ext cx="1663389" cy="48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文本框 1031">
            <a:extLst>
              <a:ext uri="{FF2B5EF4-FFF2-40B4-BE49-F238E27FC236}">
                <a16:creationId xmlns:a16="http://schemas.microsoft.com/office/drawing/2014/main" id="{48FEA3CF-A629-C1CF-4CBD-E32257B399EB}"/>
              </a:ext>
            </a:extLst>
          </p:cNvPr>
          <p:cNvSpPr txBox="1"/>
          <p:nvPr/>
        </p:nvSpPr>
        <p:spPr>
          <a:xfrm>
            <a:off x="2160108" y="80631"/>
            <a:ext cx="9830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XXX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1F4BB1-6F4A-FCDD-2F7A-12F159512C20}"/>
              </a:ext>
            </a:extLst>
          </p:cNvPr>
          <p:cNvSpPr txBox="1"/>
          <p:nvPr/>
        </p:nvSpPr>
        <p:spPr>
          <a:xfrm>
            <a:off x="7846542" y="74076"/>
            <a:ext cx="4582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XXX</a:t>
            </a:r>
            <a:r>
              <a:rPr lang="en-US" altLang="zh-CN" sz="28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8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XXX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B014D7-E643-555E-F75B-E1D6FBC71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82" y="947433"/>
            <a:ext cx="4524632" cy="452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8075A14-4658-3876-7B56-7C9B468A49E2}"/>
              </a:ext>
            </a:extLst>
          </p:cNvPr>
          <p:cNvSpPr txBox="1"/>
          <p:nvPr/>
        </p:nvSpPr>
        <p:spPr>
          <a:xfrm>
            <a:off x="5940079" y="2453337"/>
            <a:ext cx="51156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XXXXXXXXXXXXXXXXXXXXXXXXXXXXXXXXXXXXXXXXXXXX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4099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华文中宋</vt:lpstr>
      <vt:lpstr>宋体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Carlos H</cp:lastModifiedBy>
  <cp:revision>195</cp:revision>
  <dcterms:created xsi:type="dcterms:W3CDTF">2019-06-19T02:08:00Z</dcterms:created>
  <dcterms:modified xsi:type="dcterms:W3CDTF">2026-06-01T08:03:56Z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A26544F19D5748F69DCD430D77D5EE49_13</vt:lpwstr>
  </property>
</Properties>
</file>